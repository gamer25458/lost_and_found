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84" r:id="rId4"/>
    <p:sldId id="283" r:id="rId5"/>
    <p:sldId id="282" r:id="rId6"/>
    <p:sldId id="273" r:id="rId7"/>
  </p:sldIdLst>
  <p:sldSz cx="12192000" cy="6858000"/>
  <p:notesSz cx="6858000" cy="9144000"/>
  <p:embeddedFontLst>
    <p:embeddedFont>
      <p:font typeface="Montserrat" pitchFamily="2" charset="0"/>
      <p:regular r:id="rId9"/>
      <p:bold r:id="rId10"/>
      <p:italic r:id="rId11"/>
      <p:boldItalic r:id="rId12"/>
    </p:embeddedFont>
    <p:embeddedFont>
      <p:font typeface="Montserrat Medium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ikk2K7RDACCuMG5pJsJyYVjvex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0A9AA64B-E0BB-A6B9-E2E4-45C626733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>
            <a:extLst>
              <a:ext uri="{FF2B5EF4-FFF2-40B4-BE49-F238E27FC236}">
                <a16:creationId xmlns:a16="http://schemas.microsoft.com/office/drawing/2014/main" id="{7B7036E5-8E6A-7130-45BE-9953A64E26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p4:notes">
            <a:extLst>
              <a:ext uri="{FF2B5EF4-FFF2-40B4-BE49-F238E27FC236}">
                <a16:creationId xmlns:a16="http://schemas.microsoft.com/office/drawing/2014/main" id="{E198D9FA-CE15-C6E2-C831-12BD8ECA6C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04144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96C692B6-F23F-159C-A166-E1C539DA9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>
            <a:extLst>
              <a:ext uri="{FF2B5EF4-FFF2-40B4-BE49-F238E27FC236}">
                <a16:creationId xmlns:a16="http://schemas.microsoft.com/office/drawing/2014/main" id="{163D8042-AB9E-EEBD-45A1-A5BE5B949B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p4:notes">
            <a:extLst>
              <a:ext uri="{FF2B5EF4-FFF2-40B4-BE49-F238E27FC236}">
                <a16:creationId xmlns:a16="http://schemas.microsoft.com/office/drawing/2014/main" id="{9105506E-15BC-B5DB-3F51-2B16A8EB99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7124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4C47741C-D5DF-EA42-44CD-80A37E851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>
            <a:extLst>
              <a:ext uri="{FF2B5EF4-FFF2-40B4-BE49-F238E27FC236}">
                <a16:creationId xmlns:a16="http://schemas.microsoft.com/office/drawing/2014/main" id="{F3F6BAFF-DA74-88FD-515E-31EBEF83FD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p4:notes">
            <a:extLst>
              <a:ext uri="{FF2B5EF4-FFF2-40B4-BE49-F238E27FC236}">
                <a16:creationId xmlns:a16="http://schemas.microsoft.com/office/drawing/2014/main" id="{83DC13DB-5161-3AEC-D2A5-1D37B296EC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253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7" r:id="rId3"/>
    <p:sldLayoutId id="2147483658" r:id="rId4"/>
    <p:sldLayoutId id="214748365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90576" y="3212687"/>
            <a:ext cx="6271800" cy="25545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417100" y="2951750"/>
            <a:ext cx="6390600" cy="2554500"/>
          </a:xfrm>
          <a:prstGeom prst="rect">
            <a:avLst/>
          </a:prstGeom>
          <a:solidFill>
            <a:srgbClr val="001C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38300" y="3027950"/>
            <a:ext cx="5987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TITLE GOES HERE</a:t>
            </a:r>
            <a:endParaRPr sz="2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38300" y="3579200"/>
            <a:ext cx="598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Subtitle (if any) goes here</a:t>
            </a:r>
            <a:endParaRPr sz="2000" b="0" i="0" u="none" strike="noStrike" cap="none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38300" y="4096575"/>
            <a:ext cx="598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DD/MM/YYYY</a:t>
            </a:r>
            <a:endParaRPr sz="20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38300" y="4613950"/>
            <a:ext cx="598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Author(s) Name(s) and Title(s) goes here</a:t>
            </a:r>
            <a:endParaRPr sz="20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 t="11299" b="11307"/>
          <a:stretch/>
        </p:blipFill>
        <p:spPr>
          <a:xfrm>
            <a:off x="74200" y="6064250"/>
            <a:ext cx="3961498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26" name="Google Shape;126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393025" y="232600"/>
            <a:ext cx="6063900" cy="39000"/>
          </a:xfrm>
          <a:prstGeom prst="rect">
            <a:avLst/>
          </a:prstGeom>
          <a:solidFill>
            <a:srgbClr val="001C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4">
          <a:extLst>
            <a:ext uri="{FF2B5EF4-FFF2-40B4-BE49-F238E27FC236}">
              <a16:creationId xmlns:a16="http://schemas.microsoft.com/office/drawing/2014/main" id="{1E77E067-4359-6BA1-EA51-F238AB506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>
            <a:extLst>
              <a:ext uri="{FF2B5EF4-FFF2-40B4-BE49-F238E27FC236}">
                <a16:creationId xmlns:a16="http://schemas.microsoft.com/office/drawing/2014/main" id="{9F6A7E5D-699E-8319-9561-F0CDF61E95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126" name="Google Shape;126;p4">
            <a:extLst>
              <a:ext uri="{FF2B5EF4-FFF2-40B4-BE49-F238E27FC236}">
                <a16:creationId xmlns:a16="http://schemas.microsoft.com/office/drawing/2014/main" id="{8AF1B4C3-E6E5-3D95-473A-D0A52F1C8C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27" name="Google Shape;127;p4">
            <a:extLst>
              <a:ext uri="{FF2B5EF4-FFF2-40B4-BE49-F238E27FC236}">
                <a16:creationId xmlns:a16="http://schemas.microsoft.com/office/drawing/2014/main" id="{B4DCD232-A9BC-FC6D-B635-A6F1A1744BCD}"/>
              </a:ext>
            </a:extLst>
          </p:cNvPr>
          <p:cNvSpPr/>
          <p:nvPr/>
        </p:nvSpPr>
        <p:spPr>
          <a:xfrm>
            <a:off x="393025" y="232600"/>
            <a:ext cx="6063900" cy="39000"/>
          </a:xfrm>
          <a:prstGeom prst="rect">
            <a:avLst/>
          </a:prstGeom>
          <a:solidFill>
            <a:srgbClr val="001C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0691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4">
          <a:extLst>
            <a:ext uri="{FF2B5EF4-FFF2-40B4-BE49-F238E27FC236}">
              <a16:creationId xmlns:a16="http://schemas.microsoft.com/office/drawing/2014/main" id="{F32EC26B-B8BD-023E-1757-BCFEABAD2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>
            <a:extLst>
              <a:ext uri="{FF2B5EF4-FFF2-40B4-BE49-F238E27FC236}">
                <a16:creationId xmlns:a16="http://schemas.microsoft.com/office/drawing/2014/main" id="{8195FDCF-AA79-B05B-298A-D3AD5815C6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Justification</a:t>
            </a:r>
            <a:endParaRPr dirty="0"/>
          </a:p>
        </p:txBody>
      </p:sp>
      <p:sp>
        <p:nvSpPr>
          <p:cNvPr id="126" name="Google Shape;126;p4">
            <a:extLst>
              <a:ext uri="{FF2B5EF4-FFF2-40B4-BE49-F238E27FC236}">
                <a16:creationId xmlns:a16="http://schemas.microsoft.com/office/drawing/2014/main" id="{3A9232FA-029D-8547-0194-13098D18A7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27" name="Google Shape;127;p4">
            <a:extLst>
              <a:ext uri="{FF2B5EF4-FFF2-40B4-BE49-F238E27FC236}">
                <a16:creationId xmlns:a16="http://schemas.microsoft.com/office/drawing/2014/main" id="{7D2D105B-AFBC-5279-7492-2390C25EA525}"/>
              </a:ext>
            </a:extLst>
          </p:cNvPr>
          <p:cNvSpPr/>
          <p:nvPr/>
        </p:nvSpPr>
        <p:spPr>
          <a:xfrm>
            <a:off x="393025" y="232600"/>
            <a:ext cx="6063900" cy="39000"/>
          </a:xfrm>
          <a:prstGeom prst="rect">
            <a:avLst/>
          </a:prstGeom>
          <a:solidFill>
            <a:srgbClr val="001C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775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4">
          <a:extLst>
            <a:ext uri="{FF2B5EF4-FFF2-40B4-BE49-F238E27FC236}">
              <a16:creationId xmlns:a16="http://schemas.microsoft.com/office/drawing/2014/main" id="{AB933E47-D251-D72D-3242-031B97A6F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>
            <a:extLst>
              <a:ext uri="{FF2B5EF4-FFF2-40B4-BE49-F238E27FC236}">
                <a16:creationId xmlns:a16="http://schemas.microsoft.com/office/drawing/2014/main" id="{D3ACDAD8-3497-2C2D-5213-10FE0CDB8F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Objectives</a:t>
            </a:r>
            <a:endParaRPr dirty="0"/>
          </a:p>
        </p:txBody>
      </p:sp>
      <p:sp>
        <p:nvSpPr>
          <p:cNvPr id="126" name="Google Shape;126;p4">
            <a:extLst>
              <a:ext uri="{FF2B5EF4-FFF2-40B4-BE49-F238E27FC236}">
                <a16:creationId xmlns:a16="http://schemas.microsoft.com/office/drawing/2014/main" id="{32EF036A-E29A-8109-6412-21F1F232AA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General Objective</a:t>
            </a:r>
          </a:p>
          <a:p>
            <a:pPr marL="749300" lvl="0" indent="-571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romanLcPeriod"/>
            </a:pPr>
            <a:endParaRPr lang="en-US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Specific Objectives</a:t>
            </a:r>
          </a:p>
          <a:p>
            <a:pPr marL="749300" lvl="0" indent="-571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romanLcPeriod"/>
            </a:pPr>
            <a:endParaRPr lang="en-US" dirty="0"/>
          </a:p>
          <a:p>
            <a:pPr marL="749300" lvl="0" indent="-571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romanLcPeriod"/>
            </a:pPr>
            <a:endParaRPr lang="en-US" dirty="0"/>
          </a:p>
          <a:p>
            <a:pPr marL="749300" lvl="0" indent="-571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romanLcPeriod"/>
            </a:pPr>
            <a:endParaRPr dirty="0"/>
          </a:p>
        </p:txBody>
      </p:sp>
      <p:sp>
        <p:nvSpPr>
          <p:cNvPr id="127" name="Google Shape;127;p4">
            <a:extLst>
              <a:ext uri="{FF2B5EF4-FFF2-40B4-BE49-F238E27FC236}">
                <a16:creationId xmlns:a16="http://schemas.microsoft.com/office/drawing/2014/main" id="{B9CB3E30-140D-5571-C115-1FFC3DEDF6E8}"/>
              </a:ext>
            </a:extLst>
          </p:cNvPr>
          <p:cNvSpPr/>
          <p:nvPr/>
        </p:nvSpPr>
        <p:spPr>
          <a:xfrm>
            <a:off x="393025" y="232600"/>
            <a:ext cx="6063900" cy="39000"/>
          </a:xfrm>
          <a:prstGeom prst="rect">
            <a:avLst/>
          </a:prstGeom>
          <a:solidFill>
            <a:srgbClr val="001C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9206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2C367A-4701-7616-4FAF-0ED84074F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149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</Words>
  <Application>Microsoft Office PowerPoint</Application>
  <PresentationFormat>Widescreen</PresentationFormat>
  <Paragraphs>14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Montserrat Medium</vt:lpstr>
      <vt:lpstr>Montserrat</vt:lpstr>
      <vt:lpstr>Office Theme</vt:lpstr>
      <vt:lpstr>PowerPoint Presentation</vt:lpstr>
      <vt:lpstr>Introduction</vt:lpstr>
      <vt:lpstr>Problem Statement</vt:lpstr>
      <vt:lpstr>Justification</vt:lpstr>
      <vt:lpstr>Objectives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Joseph O. Kwendo</dc:creator>
  <cp:lastModifiedBy>Nicholas Kavoi</cp:lastModifiedBy>
  <cp:revision>5</cp:revision>
  <dcterms:created xsi:type="dcterms:W3CDTF">2025-01-20T11:31:07Z</dcterms:created>
  <dcterms:modified xsi:type="dcterms:W3CDTF">2025-11-11T11:22:21Z</dcterms:modified>
</cp:coreProperties>
</file>